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shorts/DNTwuzjFaLY?si=yM90Cc7T3ir7rqfP" TargetMode="External"/><Relationship Id="rId3" Type="http://schemas.openxmlformats.org/officeDocument/2006/relationships/hyperlink" Target="https://youtube.com/shorts/cU1yChtVtNw?si=lOfbrja18X1B7yJe" TargetMode="External"/><Relationship Id="rId1" Type="http://schemas.openxmlformats.org/officeDocument/2006/relationships/image" Target="../media/image-5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tel:+917416493939" TargetMode="External"/><Relationship Id="rId3" Type="http://schemas.openxmlformats.org/officeDocument/2006/relationships/hyperlink" Target="tel:+919666636524" TargetMode="External"/><Relationship Id="rId4" Type="http://schemas.openxmlformats.org/officeDocument/2006/relationships/hyperlink" Target="mailto:info@neoplatron.com" TargetMode="External"/><Relationship Id="rId5" Type="http://schemas.openxmlformats.org/officeDocument/2006/relationships/hyperlink" Target="https://neoplatron.com" TargetMode="External"/><Relationship Id="rId1" Type="http://schemas.openxmlformats.org/officeDocument/2006/relationships/image" Target="../media/image-6-1.png"/><Relationship Id="rId6" Type="http://schemas.openxmlformats.org/officeDocument/2006/relationships/image" Target="../media/image-6-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C:/Users/prave/new-site/src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005840" cy="323698"/>
          </a:xfrm>
          <a:prstGeom prst="rect">
            <a:avLst/>
          </a:prstGeom>
        </p:spPr>
      </p:pic>
      <p:pic>
        <p:nvPicPr>
          <p:cNvPr id="3" name="Wordmark" descr="C:/Users/prave/new-site/src/assets/images/logo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234440"/>
            <a:ext cx="5120640" cy="498348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548640" y="21031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Efficiency, Unlocked.</a:t>
            </a:r>
            <a:endParaRPr lang="en-US" sz="4000" dirty="0"/>
          </a:p>
        </p:txBody>
      </p:sp>
      <p:sp>
        <p:nvSpPr>
          <p:cNvPr id="5" name="Text 1"/>
          <p:cNvSpPr txBox="1"/>
          <p:nvPr/>
        </p:nvSpPr>
        <p:spPr>
          <a:xfrm>
            <a:off x="548640" y="288036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55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Technology. Smarter Fuel Utilisation. Cleaner Mobility.</a:t>
            </a:r>
            <a:endParaRPr lang="en-US" sz="1800" dirty="0"/>
          </a:p>
        </p:txBody>
      </p:sp>
      <p:sp>
        <p:nvSpPr>
          <p:cNvPr id="6" name="Text 2"/>
          <p:cNvSpPr txBox="1"/>
          <p:nvPr/>
        </p:nvSpPr>
        <p:spPr>
          <a:xfrm>
            <a:off x="54864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Neoplatron India Private Limited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126480" y="548640"/>
            <a:ext cx="2468880" cy="4023360"/>
          </a:xfrm>
          <a:prstGeom prst="roundRect">
            <a:avLst>
              <a:gd name="adj" fmla="val 4444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6355080" y="822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200" dirty="0"/>
          </a:p>
        </p:txBody>
      </p:sp>
      <p:sp>
        <p:nvSpPr>
          <p:cNvPr id="9" name="Text 5"/>
          <p:cNvSpPr txBox="1"/>
          <p:nvPr/>
        </p:nvSpPr>
        <p:spPr>
          <a:xfrm>
            <a:off x="6355080" y="10515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59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400" dirty="0"/>
          </a:p>
        </p:txBody>
      </p:sp>
      <p:sp>
        <p:nvSpPr>
          <p:cNvPr id="10" name="Text 6"/>
          <p:cNvSpPr txBox="1"/>
          <p:nvPr/>
        </p:nvSpPr>
        <p:spPr>
          <a:xfrm>
            <a:off x="6355080" y="1874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Efficiency Improvement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6355080" y="2651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6355080" y="288036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5400" dirty="0"/>
          </a:p>
        </p:txBody>
      </p:sp>
      <p:sp>
        <p:nvSpPr>
          <p:cNvPr id="13" name="Text 9"/>
          <p:cNvSpPr txBox="1"/>
          <p:nvPr/>
        </p:nvSpPr>
        <p:spPr>
          <a:xfrm>
            <a:off x="6355080" y="37033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Reduction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3F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274320"/>
            <a:ext cx="77724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Logo mark" descr="C:/Users/prave/new-site/src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65592" y="365760"/>
            <a:ext cx="548640" cy="176479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19 Years of Research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4C99"/>
          </a:solidFill>
          <a:ln w="12700">
            <a:solidFill>
              <a:srgbClr val="1C4C99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9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efficiency improvement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560320" y="11887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4C99"/>
          </a:solidFill>
          <a:ln w="12700">
            <a:solidFill>
              <a:srgbClr val="1C4C99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274320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reduction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1887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4C99"/>
          </a:solidFill>
          <a:ln w="12700">
            <a:solidFill>
              <a:srgbClr val="1C4C99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599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Years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research and innovation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66560" y="1188720"/>
            <a:ext cx="1965960" cy="1737360"/>
          </a:xfrm>
          <a:prstGeom prst="roundRect">
            <a:avLst>
              <a:gd name="adj" fmla="val 6316"/>
            </a:avLst>
          </a:prstGeom>
          <a:solidFill>
            <a:srgbClr val="1C4C99"/>
          </a:solidFill>
          <a:ln w="12700">
            <a:solidFill>
              <a:srgbClr val="1C4C99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94944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26,000+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6949440" y="201168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Installations</a:t>
            </a:r>
            <a:endParaRPr lang="en-US" sz="11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India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154680"/>
            <a:ext cx="82296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31520" y="3520440"/>
            <a:ext cx="822960" cy="822960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H₂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1828800" y="33375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Neoplatron Green Hydrogen Kit</a:t>
            </a:r>
            <a:endParaRPr lang="en-US" sz="2000" dirty="0"/>
          </a:p>
        </p:txBody>
      </p:sp>
      <p:sp>
        <p:nvSpPr>
          <p:cNvPr id="21" name="Text 18"/>
          <p:cNvSpPr txBox="1"/>
          <p:nvPr/>
        </p:nvSpPr>
        <p:spPr>
          <a:xfrm>
            <a:off x="1828800" y="37490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advanced fuel optimisation system supporting improved mileage, fuel utilisation and engine performance through Advanced Digital Plasma Technology (ADPT).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C:/Users/prave/new-site/src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47472"/>
            <a:ext cx="502920" cy="161849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Technology. Many Applications.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85216" y="1682496"/>
            <a:ext cx="164592" cy="164592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04672" y="15087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Two-wheelers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468880" y="1508760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596896" y="1682496"/>
            <a:ext cx="164592" cy="164592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16352" y="1508760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 &amp; diesel cars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2130552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85216" y="2304288"/>
            <a:ext cx="164592" cy="164592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04672" y="21305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SUVs &amp; multi-utility vehicles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468880" y="2130552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596896" y="2304288"/>
            <a:ext cx="164592" cy="164592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2816352" y="2130552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&amp; commercial four-wheelers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2752344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85216" y="2926080"/>
            <a:ext cx="164592" cy="164592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04672" y="27523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CNG &amp; LPG vehicles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468880" y="2752344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596896" y="2926080"/>
            <a:ext cx="164592" cy="164592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2816352" y="2752344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&amp; buses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457200" y="3374136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5216" y="3547872"/>
            <a:ext cx="164592" cy="164592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804672" y="337413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Diesel gensets up to 1 MW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2468880" y="3374136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596896" y="3547872"/>
            <a:ext cx="164592" cy="164592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2816352" y="3374136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Earth movers &amp; construction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995928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85216" y="4169664"/>
            <a:ext cx="164592" cy="164592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04672" y="39959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 engines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468880" y="3995928"/>
            <a:ext cx="192024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2596896" y="4169664"/>
            <a:ext cx="164592" cy="164592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2816352" y="3995928"/>
            <a:ext cx="15544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industrial engines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663440" y="1097280"/>
            <a:ext cx="4023360" cy="3566160"/>
          </a:xfrm>
          <a:prstGeom prst="roundRect">
            <a:avLst>
              <a:gd name="adj" fmla="val 3077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493776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Can Benefit?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4937760" y="1938528"/>
            <a:ext cx="292608" cy="292608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394960" y="18288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Individual Vehicle Owners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Cars, SUVs and other vehicles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937760" y="2624328"/>
            <a:ext cx="292608" cy="292608"/>
          </a:xfrm>
          <a:prstGeom prst="ellipse">
            <a:avLst/>
          </a:prstGeom>
          <a:solidFill>
            <a:srgbClr val="FF6B78"/>
          </a:solidFill>
          <a:ln w="12700">
            <a:solidFill>
              <a:srgbClr val="FF6B7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394960" y="25146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Fleet Operators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Commercial fleets, trucks, transport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4937760" y="3310128"/>
            <a:ext cx="292608" cy="292608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5394960" y="32004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&amp; Power Businesses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Gensets, earth movers, marine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4937760" y="3995928"/>
            <a:ext cx="292608" cy="292608"/>
          </a:xfrm>
          <a:prstGeom prst="ellipse">
            <a:avLst/>
          </a:prstGeom>
          <a:solidFill>
            <a:srgbClr val="FF6B78"/>
          </a:solidFill>
          <a:ln w="12700">
            <a:solidFill>
              <a:srgbClr val="FF6B78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394960" y="388620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Dealers &amp; Distributors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reach in new markets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C:/Users/prave/new-site/src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47472"/>
            <a:ext cx="502920" cy="161849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ADPT Works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5156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1792" y="1188720"/>
            <a:ext cx="457200" cy="457200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2179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Hydrogen Generation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electrolysis makes hydrogen on demand.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560320" y="105156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724912" y="1188720"/>
            <a:ext cx="457200" cy="457200"/>
          </a:xfrm>
          <a:prstGeom prst="ellipse">
            <a:avLst/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72491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3291840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 Integration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2724912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enters through the air intake system.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663440" y="105156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828032" y="1188720"/>
            <a:ext cx="457200" cy="457200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2803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394960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Combustion Support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4828032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combustion and fuel utilisation.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766560" y="1051560"/>
            <a:ext cx="1965960" cy="1600200"/>
          </a:xfrm>
          <a:prstGeom prst="roundRect">
            <a:avLst>
              <a:gd name="adj" fmla="val 6857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931152" y="1188720"/>
            <a:ext cx="457200" cy="457200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931152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7498080" y="118872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On-Demand Operation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6931152" y="17830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4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as needed, no storage required.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457200" y="28346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Performance Benefits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457200" y="324612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94360" y="32461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27" name="Text 24"/>
          <p:cNvSpPr txBox="1"/>
          <p:nvPr/>
        </p:nvSpPr>
        <p:spPr>
          <a:xfrm>
            <a:off x="1691640" y="32461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Fuel efficiency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3200400" y="324612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337560" y="32461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</a:t>
            </a:r>
            <a:endParaRPr lang="en-US" sz="2200" dirty="0"/>
          </a:p>
        </p:txBody>
      </p:sp>
      <p:sp>
        <p:nvSpPr>
          <p:cNvPr id="30" name="Text 27"/>
          <p:cNvSpPr txBox="1"/>
          <p:nvPr/>
        </p:nvSpPr>
        <p:spPr>
          <a:xfrm>
            <a:off x="4434840" y="32461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Emission reduction</a:t>
            </a:r>
            <a:endParaRPr lang="en-US" sz="1000" dirty="0"/>
          </a:p>
        </p:txBody>
      </p:sp>
      <p:sp>
        <p:nvSpPr>
          <p:cNvPr id="31" name="Shape 28"/>
          <p:cNvSpPr/>
          <p:nvPr/>
        </p:nvSpPr>
        <p:spPr>
          <a:xfrm>
            <a:off x="5943600" y="324612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6080760" y="324612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10°C</a:t>
            </a:r>
            <a:endParaRPr lang="en-US" sz="2200" dirty="0"/>
          </a:p>
        </p:txBody>
      </p:sp>
      <p:sp>
        <p:nvSpPr>
          <p:cNvPr id="33" name="Text 30"/>
          <p:cNvSpPr txBox="1"/>
          <p:nvPr/>
        </p:nvSpPr>
        <p:spPr>
          <a:xfrm>
            <a:off x="7178040" y="324612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exhaust temp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457200" y="402336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594360" y="40233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2200" dirty="0"/>
          </a:p>
        </p:txBody>
      </p:sp>
      <p:sp>
        <p:nvSpPr>
          <p:cNvPr id="36" name="Text 33"/>
          <p:cNvSpPr txBox="1"/>
          <p:nvPr/>
        </p:nvSpPr>
        <p:spPr>
          <a:xfrm>
            <a:off x="1691640" y="4023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Pickup &amp; performance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3200400" y="402336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3337560" y="40233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C7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50–70%</a:t>
            </a:r>
            <a:endParaRPr lang="en-US" sz="1800" dirty="0"/>
          </a:p>
        </p:txBody>
      </p:sp>
      <p:sp>
        <p:nvSpPr>
          <p:cNvPr id="39" name="Text 36"/>
          <p:cNvSpPr txBox="1"/>
          <p:nvPr/>
        </p:nvSpPr>
        <p:spPr>
          <a:xfrm>
            <a:off x="4434840" y="4023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maintenance cost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943600" y="4023360"/>
            <a:ext cx="2606040" cy="685800"/>
          </a:xfrm>
          <a:prstGeom prst="roundRect">
            <a:avLst>
              <a:gd name="adj" fmla="val 16000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6080760" y="4023360"/>
            <a:ext cx="1051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6B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fuels</a:t>
            </a:r>
            <a:endParaRPr lang="en-US" sz="2200" dirty="0"/>
          </a:p>
        </p:txBody>
      </p:sp>
      <p:sp>
        <p:nvSpPr>
          <p:cNvPr id="42" name="Text 39"/>
          <p:cNvSpPr txBox="1"/>
          <p:nvPr/>
        </p:nvSpPr>
        <p:spPr>
          <a:xfrm>
            <a:off x="7178040" y="4023360"/>
            <a:ext cx="1325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with</a:t>
            </a:r>
            <a:endParaRPr lang="en-US" sz="10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Petrol, diesel, CNG, LPG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C:/Users/prave/new-site/src/assets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347472"/>
            <a:ext cx="502920" cy="161849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457200" y="27432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Neoplatron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3566160" cy="3566160"/>
          </a:xfrm>
          <a:prstGeom prst="roundRect">
            <a:avLst>
              <a:gd name="adj" fmla="val 3077"/>
            </a:avLst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731520" y="132588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19+ years of R&amp;D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26,000+ installations across India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for multiple fuel types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Passenger and commercial vehicles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Transport, power and industrial use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Dealer, distributor and fleet partnerships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4297680" y="1097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C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Experiences. Real Feedback.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297680" y="155448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526280" y="2011680"/>
            <a:ext cx="548640" cy="548640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 rot="5400000">
            <a:off x="4663440" y="2157984"/>
            <a:ext cx="237744" cy="237744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3035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 1</a:t>
            </a:r>
            <a:endParaRPr lang="en-US" sz="1600" dirty="0"/>
          </a:p>
        </p:txBody>
      </p:sp>
      <p:sp>
        <p:nvSpPr>
          <p:cNvPr id="11" name="Text 8">
            <a:hlinkClick r:id="rId2" tooltip="Open video"/>
          </p:cNvPr>
          <p:cNvSpPr txBox="1"/>
          <p:nvPr/>
        </p:nvSpPr>
        <p:spPr>
          <a:xfrm>
            <a:off x="5303520" y="2331720"/>
            <a:ext cx="1737360" cy="365760"/>
          </a:xfrm>
          <a:prstGeom prst="rect">
            <a:avLst/>
          </a:prstGeom>
          <a:solidFill>
            <a:srgbClr val="159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on YouTube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297680" y="3154680"/>
            <a:ext cx="4389120" cy="1463040"/>
          </a:xfrm>
          <a:prstGeom prst="roundRect">
            <a:avLst>
              <a:gd name="adj" fmla="val 7500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26280" y="3611880"/>
            <a:ext cx="548640" cy="548640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rot="5400000">
            <a:off x="4663440" y="3758184"/>
            <a:ext cx="237744" cy="237744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303520" y="34290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Review 2</a:t>
            </a:r>
            <a:endParaRPr lang="en-US" sz="1600" dirty="0"/>
          </a:p>
        </p:txBody>
      </p:sp>
      <p:sp>
        <p:nvSpPr>
          <p:cNvPr id="16" name="Text 13">
            <a:hlinkClick r:id="rId3" tooltip="Open video"/>
          </p:cNvPr>
          <p:cNvSpPr txBox="1"/>
          <p:nvPr/>
        </p:nvSpPr>
        <p:spPr>
          <a:xfrm>
            <a:off x="5303520" y="3931920"/>
            <a:ext cx="1737360" cy="365760"/>
          </a:xfrm>
          <a:prstGeom prst="rect">
            <a:avLst/>
          </a:prstGeom>
          <a:solidFill>
            <a:srgbClr val="1599EE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Open video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Watch on YouTube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3F8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a More Efficient Future Together.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1460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3E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a vehicle, manage a fleet, run industrial equipment or want to become a Neoplatron partner? Connect with our team.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93192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Optimising Performance. Reducing Emissions. Advancing Green Mobility.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663440" y="457200"/>
            <a:ext cx="4023360" cy="420624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Wordmark" descr="C:/Users/prave/new-site/src/assets/images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2040" y="685800"/>
            <a:ext cx="3566160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89204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20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 US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92040" y="1554480"/>
            <a:ext cx="356616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0" y="1682496"/>
            <a:ext cx="256032" cy="256032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40680" y="1554480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  <a:p>
            <a:pPr indent="0" marL="0">
              <a:buNone/>
            </a:pPr>
            <a:r>
              <a:rPr lang="en-US" sz="1300" b="1" u="sng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+91 74164 93939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892040" y="2157984"/>
            <a:ext cx="356616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29200" y="2286000"/>
            <a:ext cx="256032" cy="256032"/>
          </a:xfrm>
          <a:prstGeom prst="ellipse">
            <a:avLst/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440680" y="21579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</a:t>
            </a:r>
            <a:endParaRPr lang="en-US" sz="1000" dirty="0"/>
          </a:p>
          <a:p>
            <a:pPr indent="0" marL="0">
              <a:buNone/>
            </a:pPr>
            <a:r>
              <a:rPr lang="en-US" sz="1300" b="1" u="sng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+91 96666 36524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892040" y="2761488"/>
            <a:ext cx="356616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29200" y="2889504"/>
            <a:ext cx="256032" cy="256032"/>
          </a:xfrm>
          <a:prstGeom prst="ellipse">
            <a:avLst/>
          </a:prstGeom>
          <a:solidFill>
            <a:srgbClr val="CC2030"/>
          </a:solidFill>
          <a:ln w="12700">
            <a:solidFill>
              <a:srgbClr val="CC203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40680" y="2761488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</a:t>
            </a:r>
            <a:endParaRPr lang="en-US" sz="1000" dirty="0"/>
          </a:p>
          <a:p>
            <a:pPr indent="0" marL="0">
              <a:buNone/>
            </a:pPr>
            <a:r>
              <a:rPr lang="en-US" sz="1300" b="1" u="sng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info@neoplatron.com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4892040" y="3364992"/>
            <a:ext cx="356616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29200" y="3493008"/>
            <a:ext cx="256032" cy="256032"/>
          </a:xfrm>
          <a:prstGeom prst="ellipse">
            <a:avLst/>
          </a:prstGeom>
          <a:solidFill>
            <a:srgbClr val="1599EE"/>
          </a:solidFill>
          <a:ln w="12700">
            <a:solidFill>
              <a:srgbClr val="1599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5440680" y="3364992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</a:t>
            </a:r>
            <a:endParaRPr lang="en-US" sz="1000" dirty="0"/>
          </a:p>
          <a:p>
            <a:pPr indent="0" marL="0">
              <a:buNone/>
            </a:pPr>
            <a:r>
              <a:rPr lang="en-US" sz="1300" b="1" u="sng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neoplatron.com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4892040" y="3968496"/>
            <a:ext cx="3566160" cy="512064"/>
          </a:xfrm>
          <a:prstGeom prst="roundRect">
            <a:avLst>
              <a:gd name="adj" fmla="val 21429"/>
            </a:avLst>
          </a:prstGeom>
          <a:solidFill>
            <a:srgbClr val="EEF4FB"/>
          </a:solidFill>
          <a:ln w="12700">
            <a:solidFill>
              <a:srgbClr val="EEF4F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29200" y="4096512"/>
            <a:ext cx="256032" cy="256032"/>
          </a:xfrm>
          <a:prstGeom prst="ellipse">
            <a:avLst/>
          </a:prstGeom>
          <a:solidFill>
            <a:srgbClr val="143F80"/>
          </a:solidFill>
          <a:ln w="12700">
            <a:solidFill>
              <a:srgbClr val="143F8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40680" y="3968496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2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10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43F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Hyderabad-51, Telangana, India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48640" y="4526280"/>
            <a:ext cx="777240" cy="3657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4" name="Logo mark" descr="C:/Users/prave/new-site/src/assets/images/logo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512" y="4617720"/>
            <a:ext cx="548640" cy="17647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Neoplatron India Private Limited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Neoplatron - ADPT Fuel Optimisation</dc:title>
  <dc:subject>PptxGenJS Presentation</dc:subject>
  <dc:creator>PptxGenJS</dc:creator>
  <cp:lastModifiedBy>PptxGenJS</cp:lastModifiedBy>
  <cp:revision>1</cp:revision>
  <dcterms:created xsi:type="dcterms:W3CDTF">2026-10-24T15:27:59Z</dcterms:created>
  <dcterms:modified xsi:type="dcterms:W3CDTF">2026-10-24T15:27:59Z</dcterms:modified>
</cp:coreProperties>
</file>